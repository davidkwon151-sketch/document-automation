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242B8-A7B4-4A00-8D06-570D3BF75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046F1A-1C53-4867-AC61-2248DC160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8E2C0-B9DA-47D3-BE4B-0CB3442F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CD3977-A3EC-4FE9-9743-8BEEF410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02394E-43EA-4773-ACDE-191482B5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021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8DA69-90E7-43B3-8A41-39A3968D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A6EE61-973A-4554-A4C0-2A59A3115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63A27-0480-4E9A-81D0-6C5DCBB6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D529B2-3879-4576-B241-49E04744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E1574-BB7B-425D-8A7B-E00B97BD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1E5FB-2DE6-45C6-9EAE-4503F1A1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908CF7-9986-4F78-B971-C6E3DB6B8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26EFBA-19A1-4AD1-B588-5BD52E94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9DA03-72CE-4974-B2A7-61CF9ADF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8A5999-1A29-4B05-B108-EEC2CABC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256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FC1AB-B457-471B-A814-50ADBB86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AB5EA9-59B6-4683-B48C-68EAA473D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6C907C-06EF-427E-9AA0-E726F9E19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A21F40-BEBE-4CE2-B95F-BB935DFA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0BDAC4-8932-4A80-9440-A6C3A4E5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98AD26-FBB8-41EC-B845-6EFE8C29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89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87F2D-9246-496B-9273-4D65B1FE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33F4CD-6EBF-4D84-A6DA-334425080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84758E-DCF5-48F4-8F5A-34CE6CC9F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0DD678-97B2-418A-97B4-F4DAE6FD2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B2967D3-030E-4919-9FB2-9B3C7EE20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25A09B-7BB1-4A08-9AE6-D5095BBC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BCC633-ADCC-4F84-B931-3280F96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23025-B350-4D71-9B63-CB31E56F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30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5D285-DDB8-491F-AFF4-D190028EC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45E829-615D-4783-A1D0-8473282F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DECFDC-6765-4D14-ACF3-C1DFCD33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607961-86CA-4843-87DE-0998F737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571B8E-2062-44BB-88B3-2FF0CCEC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AD2D7F9-BA22-4B5D-952D-1EF6332CB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81B52-A05C-4DB4-8D4F-6EE1C26E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79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CC3CD-1E91-4CAE-B48B-20873B4F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4C9CE9-8D1C-46A3-BC01-CD044C510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1E9EC3-A243-41C7-AD33-0325095AA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880067-C3D4-427B-BA7D-434E96A9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24BF69-EAB7-44CA-AC55-9983E377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30019-C3FD-4BAD-BE53-0A0966DC8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90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5A314-EB49-45AB-A42F-DB3BDC6D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351AC7-F2F4-4358-90C9-1F2541E2A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DB5055-F352-4DC0-BA25-A6A66A5B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91535C-B59B-4A49-A8D3-5480EB08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95CA49-3F11-41BA-B7C5-F03A0FC0A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A5B3F4-93A5-4FC9-8B0D-90BEFA68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88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D809E-D2BB-416B-A16F-26A8CE28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8CBA14-5306-4CAA-B838-8C065BD6C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BD3525-6E88-4F3F-B090-CEF2886AE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AB691C-D392-4B5A-A36D-7F61E9F1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B82965-A5C1-4153-9053-10253C0D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89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93453D-C085-4C0C-99FC-34668D2FB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1A779D-37A6-4547-90A3-EC3B5929E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8A2FB0-D8C0-4BC9-AAA8-13CA472B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62E825-3414-4C1C-9AD9-923514904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750463-5570-44C4-8592-461F7DF3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35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AC8B05-F7E7-4866-BCAF-697236A5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C3A918-9807-49A7-9AE5-73701718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13F439-8352-4B6A-B9A6-A0F7065F8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73BCE-9CB0-4846-9C21-2BFF4A9E388D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8461E-F3A2-4850-BFCE-75D7DEE21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C3C0E4-DFF4-46CC-AC36-E85E832E5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55013-8D95-4F41-AE0D-DF6E1AED4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92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시험용 양식 안내">
            <a:extLst>
              <a:ext uri="{FF2B5EF4-FFF2-40B4-BE49-F238E27FC236}">
                <a16:creationId xmlns:a16="http://schemas.microsoft.com/office/drawing/2014/main" id="{235BFB1C-37F4-4911-A49A-68A39A8EEFDE}"/>
              </a:ext>
            </a:extLst>
          </p:cNvPr>
          <p:cNvSpPr txBox="1"/>
          <p:nvPr/>
        </p:nvSpPr>
        <p:spPr>
          <a:xfrm>
            <a:off x="381000" y="177800"/>
            <a:ext cx="838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000">
                <a:latin typeface="맑은 고딕" panose="020B0503020000020004" pitchFamily="50" charset="-127"/>
              </a:rPr>
              <a:t>시험용 회사 보고 양식 </a:t>
            </a:r>
            <a:r>
              <a:rPr lang="en-US" altLang="ko-KR" sz="2000">
                <a:latin typeface="맑은 고딕" panose="020B0503020000020004" pitchFamily="50" charset="-127"/>
              </a:rPr>
              <a:t>(</a:t>
            </a:r>
            <a:r>
              <a:rPr lang="ko-KR" altLang="en-US" sz="2000">
                <a:latin typeface="맑은 고딕" panose="020B0503020000020004" pitchFamily="50" charset="-127"/>
              </a:rPr>
              <a:t>제출 금지</a:t>
            </a:r>
            <a:r>
              <a:rPr lang="en-US" altLang="ko-KR" sz="2000">
                <a:latin typeface="맑은 고딕" panose="020B0503020000020004" pitchFamily="50" charset="-127"/>
              </a:rPr>
              <a:t>)</a:t>
            </a:r>
            <a:endParaRPr lang="ko-KR" altLang="en-US" sz="2000">
              <a:latin typeface="맑은 고딕" panose="020B0503020000020004" pitchFamily="50" charset="-127"/>
            </a:endParaRPr>
          </a:p>
        </p:txBody>
      </p:sp>
      <p:sp>
        <p:nvSpPr>
          <p:cNvPr id="3" name="제목">
            <a:extLst>
              <a:ext uri="{FF2B5EF4-FFF2-40B4-BE49-F238E27FC236}">
                <a16:creationId xmlns:a16="http://schemas.microsoft.com/office/drawing/2014/main" id="{9B600DAC-2648-4426-9722-5A3A1DBB751E}"/>
              </a:ext>
            </a:extLst>
          </p:cNvPr>
          <p:cNvSpPr txBox="1"/>
          <p:nvPr/>
        </p:nvSpPr>
        <p:spPr>
          <a:xfrm>
            <a:off x="381000" y="812800"/>
            <a:ext cx="838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>
                <a:latin typeface="맑은 고딕" panose="020B0503020000020004" pitchFamily="50" charset="-127"/>
              </a:rPr>
              <a:t>제목</a:t>
            </a:r>
            <a:r>
              <a:rPr lang="en-US" altLang="ko-KR" sz="2400">
                <a:latin typeface="맑은 고딕" panose="020B0503020000020004" pitchFamily="50" charset="-127"/>
              </a:rPr>
              <a:t>: {</a:t>
            </a:r>
            <a:r>
              <a:rPr lang="en-US" altLang="ko-KR" sz="2400" b="1">
                <a:latin typeface="맑은 고딕" panose="020B0503020000020004" pitchFamily="50" charset="-127"/>
              </a:rPr>
              <a:t>{</a:t>
            </a:r>
            <a:r>
              <a:rPr lang="ko-KR" altLang="en-US" sz="2400" b="1">
                <a:latin typeface="맑은 고딕" panose="020B0503020000020004" pitchFamily="50" charset="-127"/>
              </a:rPr>
              <a:t>제</a:t>
            </a:r>
            <a:r>
              <a:rPr lang="ko-KR" altLang="en-US" sz="2400">
                <a:latin typeface="맑은 고딕" panose="020B0503020000020004" pitchFamily="50" charset="-127"/>
              </a:rPr>
              <a:t>목</a:t>
            </a:r>
            <a:r>
              <a:rPr lang="en-US" altLang="ko-KR" sz="2400">
                <a:latin typeface="맑은 고딕" panose="020B0503020000020004" pitchFamily="50" charset="-127"/>
              </a:rPr>
              <a:t>}}</a:t>
            </a:r>
            <a:endParaRPr lang="ko-KR" altLang="en-US" sz="2400"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C757E66-C6E5-47A4-888E-8892A6435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400238"/>
              </p:ext>
            </p:extLst>
          </p:nvPr>
        </p:nvGraphicFramePr>
        <p:xfrm>
          <a:off x="381000" y="1524000"/>
          <a:ext cx="838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51799597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2596357649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{{</a:t>
                      </a:r>
                      <a:r>
                        <a:rPr lang="ko-KR" altLang="en-US"/>
                        <a:t>요약</a:t>
                      </a:r>
                      <a:r>
                        <a:rPr lang="en-US" altLang="ko-KR"/>
                        <a:t>}}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10232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본문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{{</a:t>
                      </a:r>
                      <a:r>
                        <a:rPr lang="ko-KR" altLang="en-US"/>
                        <a:t>본문</a:t>
                      </a:r>
                      <a:r>
                        <a:rPr lang="en-US" altLang="ko-KR"/>
                        <a:t>}}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51271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860060"/>
                  </a:ext>
                </a:extLst>
              </a:tr>
            </a:tbl>
          </a:graphicData>
        </a:graphic>
      </p:graphicFrame>
      <p:sp>
        <p:nvSpPr>
          <p:cNvPr id="5" name="업무 메모">
            <a:extLst>
              <a:ext uri="{FF2B5EF4-FFF2-40B4-BE49-F238E27FC236}">
                <a16:creationId xmlns:a16="http://schemas.microsoft.com/office/drawing/2014/main" id="{7768D157-6471-4739-BA19-74294DCA326B}"/>
              </a:ext>
            </a:extLst>
          </p:cNvPr>
          <p:cNvSpPr txBox="1"/>
          <p:nvPr/>
        </p:nvSpPr>
        <p:spPr>
          <a:xfrm>
            <a:off x="381000" y="4064000"/>
            <a:ext cx="838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ko-KR" altLang="en-US" sz="160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5005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수정하지 않는 설명">
            <a:extLst>
              <a:ext uri="{FF2B5EF4-FFF2-40B4-BE49-F238E27FC236}">
                <a16:creationId xmlns:a16="http://schemas.microsoft.com/office/drawing/2014/main" id="{12FD30EB-4673-4745-B7EA-D3D98C7F5EA9}"/>
              </a:ext>
            </a:extLst>
          </p:cNvPr>
          <p:cNvSpPr txBox="1"/>
          <p:nvPr/>
        </p:nvSpPr>
        <p:spPr>
          <a:xfrm>
            <a:off x="381000" y="5080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두 번째 슬라이드는 원본 서식 보존 확인용임</a:t>
            </a:r>
          </a:p>
        </p:txBody>
      </p:sp>
    </p:spTree>
    <p:extLst>
      <p:ext uri="{BB962C8B-B14F-4D97-AF65-F5344CB8AC3E}">
        <p14:creationId xmlns:p14="http://schemas.microsoft.com/office/powerpoint/2010/main" val="65796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사용자 지정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1</cp:revision>
  <dcterms:created xsi:type="dcterms:W3CDTF">2026-10-02T17:30:26Z</dcterms:created>
  <dcterms:modified xsi:type="dcterms:W3CDTF">2026-10-02T17:30:26Z</dcterms:modified>
</cp:coreProperties>
</file>